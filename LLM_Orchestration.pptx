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ENGINEERING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Orchestration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agents, tools and guardrails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28346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6224F"/>
          </a:solidFill>
          <a:ln w="12700">
            <a:solidFill>
              <a:srgbClr val="33415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28346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6224F"/>
          </a:solidFill>
          <a:ln w="12700">
            <a:solidFill>
              <a:srgbClr val="334155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149840" y="283464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83880" y="32461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921240" y="32461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667512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several controlled steps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20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agents, tools, memory layers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Multi-step reasoning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20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intent, retrieve, validate, format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calling (Ollama)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520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schemas, when to call, deterministic execution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0" y="17830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0" y="1965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697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&amp; guardrails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3520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Timeouts, token limits, fallback models, validation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throughout: a support bot answering “Is my order 1042 delayed?”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ORCHESTRATION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building blocks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sequence of steps. Step 2 always follows step 1.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Prompt → LLM → clean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377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the next step and picks tools in a loop.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“Check the order, then draft a reply.”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377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function the LLM can ask for: search, database, API.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get_order_status(1042)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15400" y="173736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377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keeps so the LLM has context.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Chat history, user profile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3776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7440" y="530352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834640" y="49377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530352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669280" y="49377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49377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49377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is the code that connects all of them.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MULTI-STEP REASONING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four small steps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intent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2377440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= order_status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= 1042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178308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19659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2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info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 database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9592" y="2377440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364992" y="33375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get_order_status(1042)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shipped, ETA 3 Oct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178308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19659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12864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response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95944" y="2377440"/>
            <a:ext cx="30175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181344" y="33375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 status and date?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it order 1042? 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997696" y="178308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80576" y="19659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729216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output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97696" y="333756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“Your order 1042 has shipped and arrives 3 Oct.”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035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small and testable. The output of one step is the input to the next.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TOOL CALLING WITH OLLAMA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tool call works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asks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834640" y="17830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Model asks for a tool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120640" y="17830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Your code runs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7406640" y="17830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Result goes back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0" y="228600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9692640" y="17830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Model answers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order 1042 delayed?”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JSON, not text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 function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“tool” message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shipped, ETA 3 Oct.”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returns in step 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23360"/>
            <a:ext cx="5852160" cy="1554480"/>
          </a:xfrm>
          <a:prstGeom prst="roundRect">
            <a:avLst>
              <a:gd name="adj" fmla="val 4706"/>
            </a:avLst>
          </a:prstGeom>
          <a:solidFill>
            <a:srgbClr val="0B1437"/>
          </a:solidFill>
          <a:ln>
            <a:solidFill>
              <a:srgbClr val="0B1437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"get_order_status",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"arguments": {"order_id": "1042"}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02336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203200" tIns="203200" rIns="203200" bIns="203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runs the function. It only asks for it. Your code decides whether to run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TOOL CALLING WITH OLLAMA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schema: the tool’s instruction card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0B1437"/>
          </a:solidFill>
          <a:ln>
            <a:solidFill>
              <a:srgbClr val="0B1437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"type": "function",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"function":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"get_order_status",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"Look up an order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by its ID",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"type": "object",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"properties":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"order_id": {"type": "string",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"description": "e.g. 1042"}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"required": ["order_id"]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ollama.chat(model="llama3.1",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messages=msgs, tools=tools)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8080" y="173736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331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will 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0" y="31546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decides when to use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457200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4709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+ required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5166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arguments to fill in, and their types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5623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description matters most: it is how the model chooses.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TOOL CALLING WITH OLLAMA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a tool, or answer directly?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a tool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live or private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order 1042 delayed?”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exact maths or an action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“Cancel order 1042”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directly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or wording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“ETA” mean?”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Explaining, rewriting, chatting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4160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this reply politer”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the answer must come from your data or the world right now, use a tool.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TOOL CALLING WITH OLLAMA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tool execution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call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0" y="26974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548640" y="297180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checks name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arguments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39319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42062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runs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input, same output)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737360"/>
            <a:ext cx="7315200" cy="2926080"/>
          </a:xfrm>
          <a:prstGeom prst="roundRect">
            <a:avLst>
              <a:gd name="adj" fmla="val 2500"/>
            </a:avLst>
          </a:prstGeom>
          <a:solidFill>
            <a:srgbClr val="0B1437"/>
          </a:solidFill>
          <a:ln>
            <a:solidFill>
              <a:srgbClr val="0B1437"/>
            </a:solidFill>
          </a:ln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{"get_order_status": get_order_status}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call in msg.tool_calls: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= TOOLS.get(call.function.name)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fn is None: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"error: unknown tool"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fn(**call.function.arguments)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Allow-list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tools you registered can run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50292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arguments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running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50292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temperature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5577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Steadier tool-call choices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ERRORS &amp;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guardrails around every LLM call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waiting on a stuck call.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10 seconds per call, then retry once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87452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limits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prompt and reply inside the context window.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cap reply at 500 tokens, trim old chat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87452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models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when the main model fails.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llama3.1 → llama3.2:3b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173736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98280" y="187452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layers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9718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output before the user sees it.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3931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valid JSON? order ID matches?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49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377440" y="57150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834640" y="5349240"/>
            <a:ext cx="566928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timeout · token limit · fallback · validation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571500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961120" y="53492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response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384048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ERRORS &amp; 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models and validation layers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chain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2578608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3464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/ error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1488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llama3.2:3b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578608"/>
            <a:ext cx="731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603504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again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1488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message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try again”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layer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862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431596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200400" y="3886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3886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order ID?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8862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content?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23960" y="4315968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9281160" y="38862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0B1437"/>
          </a:solidFill>
          <a:ln w="12700">
            <a:solidFill>
              <a:srgbClr val="0B143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to user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92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check fails: retry with the error message (max 2 times), then fall back.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raw model output. Check it in code before it reaches the user or another tool.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24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for fixed paths, agents when the LLM must choose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9202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24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down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6974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Understand, retrieve, validate, format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24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709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proposes, your code runs, results go back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39319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24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709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Timeouts, token limits, fallbacks, validation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2026-09-30T11:07:24Z</dcterms:created>
  <dcterms:modified xsi:type="dcterms:W3CDTF">2026-09-30T11:07:24Z</dcterms:modified>
</cp:coreProperties>
</file>