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DEEP DIVE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LLMs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 with Ollama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Basics  ·  Modelfile  ·  REST API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33272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29260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2A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app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0" y="29260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2A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332720" y="29260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12700">
            <a:solidFill>
              <a:srgbClr val="2A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273552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75520" y="3273552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6656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machine: private, offline, no per-token cost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OLLAMA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Ollama is built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API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machine. Private, works offline, no per-token cost.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provider servers. Pay per use, needs internet.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format: GGUF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24028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weights, tokenizer and metadata.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llama.cpp,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loads fast on laptops.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4224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24028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quality, biggest.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the size, almost same quality.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smallest, small quality drop.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97696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0576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24028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faster, limited by VRAM.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uses system RAM.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first, extra layers spill to CPU.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 model is about 14 GB in FP16, 7.5 GB in Q8 and 4 GB in Q4. Q4 fits on an ordinary laptop.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OLLAMA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lifecycle, storage and versioning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468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Pull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35808" y="2304288"/>
            <a:ext cx="3566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10712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691640"/>
            <a:ext cx="2468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Run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llama3.2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97880" y="2304288"/>
            <a:ext cx="3566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72784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691640"/>
            <a:ext cx="2468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Idle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auto-unloads after ~5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9952" y="2304288"/>
            <a:ext cx="3566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4856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34856" y="1691640"/>
            <a:ext cx="2468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Remove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rm llama3.2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location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867912"/>
            <a:ext cx="4800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macOS/Linux : ~/.ollama/models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service: /usr/share/ollama/.ollama/models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     : C:\Users\&lt;you&gt;\.ollama\models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74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stored once as blobs. Move them with the OLLAMA_MODELS variable.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24612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with tags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55080" y="37947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867912"/>
            <a:ext cx="4800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        # = :latest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llama3.2:1b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llama3.2:3b-instruct-q4_K_M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5074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name:tag = model + size or quantization. No tag means :latest.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MODELFILE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Modelfile: your own custom model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64792"/>
            <a:ext cx="4846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Modelfile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llama3.2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"""You are a friendly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tutor. Keep answers short."""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 temperature 0.3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 num_ctx 4096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690872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create pytutor -f Modelfile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pytutor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then run it like any other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801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240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role and rules for every chat, e.g. “You are a Python tutor”.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92608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035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474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format (system, user, assistant tags) the model expects. Inherited from the base model; change it only when needed.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443484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4544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overrides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98348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(low = focused). 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num_ctx: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size.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 parameter temperature 0.8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OLLAMA API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Ollama REST API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http://localhost:11434  (the server starts automatically with Ollama)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JSON with POST. /api/generate for one prompt, /api/chat for conversations.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547872"/>
            <a:ext cx="2926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localhost:11434/api/chat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'{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"model": "llama3.2",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"messages": [{"role":"user",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"content":"Hi!"}],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"stream":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4231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arrive token by token as JSON lines (default). Set "stream": false for one full reply.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4747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547872"/>
            <a:ext cx="2926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{"response":"The","done":false}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{"response":" sky","done":false}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{"response":" is","done":false}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{"response":"","done":true}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endpoint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4231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text into a vector of numbers. Used for search and RAG.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4747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3547872"/>
            <a:ext cx="2926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localhost:11434/api/embed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'{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"model":"nomic-embed-text",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"input":"hello world"}'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{"embeddings":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[[0.12,-0.53,...]]}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Ollama Deep Dive</dc:title>
  <dc:subject>PptxGenJS Presentation</dc:subject>
  <dc:creator>PptxGenJS</dc:creator>
  <cp:lastModifiedBy>PptxGenJS</cp:lastModifiedBy>
  <cp:revision>1</cp:revision>
  <dcterms:created xsi:type="dcterms:W3CDTF">2026-09-24T06:56:48Z</dcterms:created>
  <dcterms:modified xsi:type="dcterms:W3CDTF">2026-09-24T06:56:48Z</dcterms:modified>
</cp:coreProperties>
</file>