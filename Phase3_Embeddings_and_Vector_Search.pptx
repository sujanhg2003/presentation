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S1→S2</c:v>
                  </c:pt>
                  <c:pt idx="1">
                    <c:v>S2→S3</c:v>
                  </c:pt>
                  <c:pt idx="2">
                    <c:v>S3→S4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0.82</c:v>
                </c:pt>
                <c:pt idx="1">
                  <c:v>0.21</c:v>
                </c:pt>
                <c:pt idx="2">
                  <c:v>0.79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covers how text is turned into vectors, how we compare vectors, and how we split documents into chunks before storing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phases: index the documents once, then embed each query and find the closest chunks.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Embeddings place similar meanings close together, even with no shared words. car and automobile are close; banana is far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Cosine looks only at direction. Dot product also rewards larger vectors. With normalized vectors they give the same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every N characters or tokens, with some overlap. Simple and fast, but can cut sentences in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big separators first (paragraph, then line, then sentence, then word) and only go smaller if the chunk is still too big.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 each sentence, then start a new chunk where the meaning changes (similarity between neighbours drops).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Attach extra fields to every chunk so you can filter, cite and rank better than by similarity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 &amp; VECTOR 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text becomes searchable meaning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0" y="219456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16224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0" y="2194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"reset my password"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embedding 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338328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0" y="33832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[0.21, -0.53, 0.88, …]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vector store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457200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16224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0" y="45720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chunks → answer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BIG PICTURE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search pipeline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(once)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880360" y="2194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383280" y="20116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2194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217920" y="20116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2194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9052560" y="20116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(every search)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356616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2880360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3383280" y="356616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38328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715000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6217920" y="356616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8549640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9052560" y="356616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052560" y="3566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chunks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embedding model must be used for both chunks and queries.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decides what gets embedded. Distance decides what gets retrieved. Both drive answer quality.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EMBEDDINGS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similarity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is a list of numbers (a vector) that captures meaning.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 → nearby vectors; different meaning → far apart.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shared keywords: "car" matches "automobile".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vs semantic search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4297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"cheap flights"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846320"/>
            <a:ext cx="475488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846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misses "low-cost airfare"; semantic finds it.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52160" y="1645920"/>
            <a:ext cx="5760720" cy="3840480"/>
          </a:xfrm>
          <a:prstGeom prst="roundRect">
            <a:avLst>
              <a:gd name="adj" fmla="val 190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space (2D sketch)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2194560"/>
            <a:ext cx="2651760" cy="1737360"/>
          </a:xfrm>
          <a:prstGeom prst="ellipse">
            <a:avLst/>
          </a:prstGeom>
          <a:solidFill>
            <a:srgbClr val="E0F2FE">
              <a:alpha val="70000"/>
            </a:srgbClr>
          </a:solidFill>
          <a:ln w="12700">
            <a:solidFill>
              <a:srgbClr val="0EA5E9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9144000" y="3749040"/>
            <a:ext cx="2194560" cy="1463040"/>
          </a:xfrm>
          <a:prstGeom prst="ellipse">
            <a:avLst/>
          </a:prstGeom>
          <a:solidFill>
            <a:srgbClr val="FEF3C7">
              <a:alpha val="70000"/>
            </a:srgbClr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858000" y="2560320"/>
            <a:ext cx="146304" cy="14630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59168" y="2505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680960" y="3200400"/>
            <a:ext cx="146304" cy="14630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82128" y="31455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583680" y="3291840"/>
            <a:ext cx="146304" cy="146304"/>
          </a:xfrm>
          <a:prstGeom prst="ellipse">
            <a:avLst/>
          </a:prstGeom>
          <a:solidFill>
            <a:srgbClr val="0369A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84848" y="3236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509760" y="40233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710928" y="3968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332720" y="457200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533888" y="45171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4023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cluster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0" y="5257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cluster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EMBEDDINGS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distance: cosine vs dot product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4592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45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94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cos(θ) = (A · B) / (|A| × |B|)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974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angle only, ignoring length.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−1 to 1; closer to 1 = more similar.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default for text embeddings.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164592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645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21945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B = a₁b₁ + a₂b₂ + … + aₙbₙ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269748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angle and magnitude (length).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Unbounded; bigger = more similar.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cosine if vectors are normalized; faster.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 flipV="1">
            <a:off x="1463040" y="4754880"/>
            <a:ext cx="2377440" cy="182880"/>
          </a:xfrm>
          <a:prstGeom prst="line">
            <a:avLst/>
          </a:prstGeom>
          <a:noFill/>
          <a:ln w="38100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 flipV="1">
            <a:off x="1463040" y="4023360"/>
            <a:ext cx="1645920" cy="9144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3931920" y="4572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200400" y="3886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θ → cosine ≈ 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44805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A=[1,0]  B=[1,1]  →  cos = 1 / 1.41 = 0.71;  dot = 1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557784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use cosine unless your model docs say dot product (most normalize, so both work).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CHUNKING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Fixed-size chunking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459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text every N tokens (e.g. 500), with overlap (e.g. 50).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predictable, easy to tune.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Downside: can split a sentence or idea in the middle.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chunk size 8 words, overlap 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35040" y="2103120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21031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1: "Refunds are allowed within 30 days of"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2743200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35040" y="27432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2: "days of purchase. Digital items cannot be"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3429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("days of") keeps context across the cut.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stream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4434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64992" y="44348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64992" y="4434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81344" y="44348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81344" y="4434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3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997696" y="44348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97696" y="44348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4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quick prototypes, uniform text, logs. Watch out: meaning can break at the cut.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CHUNKING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chunking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 order (try left to right):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\n\n paragraph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2103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37560" y="205740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3756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\n line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2103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126480" y="205740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2648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sentence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0" y="2103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915400" y="205740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1540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word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92608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paragraphs; keep each if it fits the limit.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too big, split that piece on the next separator.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small pieces back up to the size limit.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2926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limit = 200 tokens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035040" y="3337560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35040" y="33375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→ 3 paragraphs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035040" y="3886200"/>
            <a:ext cx="557784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35040" y="3886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1 (120 tokens) ✓ kept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035040" y="4389120"/>
            <a:ext cx="5577840" cy="411480"/>
          </a:xfrm>
          <a:prstGeom prst="roundRect">
            <a:avLst>
              <a:gd name="adj" fmla="val 1777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35040" y="43891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2 (450 tokens) ✗ → split by sentences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general RAG default (e.g. LangChain RecursiveCharacterTextSplitter). Keeps 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CHUNKING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chunking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459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every sentence.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each sentence with the next.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where similarity falls below a threshold.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77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Python is a language.  S2 It is used for AI.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Pizza needs an oven.  S4 Bake at 250°C.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between neighbouring sentences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669280" y="1920240"/>
          <a:ext cx="5943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669280" y="47091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bar (0.21) = topic change → split here: Chunk A = S1+S2, Chunk B = S3+S4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mixed-topic documents. Trade-off: extra embedding cost and variable chunk sizes.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CHUNKING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enrichment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stored chunk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5760720" cy="3200400"/>
          </a:xfrm>
          <a:prstGeom prst="roundRect">
            <a:avLst>
              <a:gd name="adj" fmla="val 228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14884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"text": "Refunds allowed within 30 days...",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"source": "refund_policy.pdf",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"page": 4,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"section": "Returns",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"date": "2025-08-01",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"policy",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"vector": [0.21, -0.53, …]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201168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20116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046720" y="201168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0" y="2011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= "policy" AND date &gt; 2025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0" y="31089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75120" y="3108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46720" y="310896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3108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source + page in the answer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75120" y="420624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75120" y="4206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8046720" y="42062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46720" y="4206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prepend the section title to each chunk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also store the document title, author and chunk index; they make retrieval filterable and traceable.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2026-09-28T05:07:11Z</dcterms:created>
  <dcterms:modified xsi:type="dcterms:W3CDTF">2026-09-28T05:07:11Z</dcterms:modified>
</cp:coreProperties>
</file>